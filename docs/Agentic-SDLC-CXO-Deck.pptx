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40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with: "What if your engineering team could go from a project idea to a complete set of SDLC artifacts — PRD, architecture, test plan, security assessment, DevOps pipeline — in 25 minutes, not 3 months?" Pause for effect before proceeding.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rush this slide. Let the numbers land. The $1.5M rework figure is from the Standish Group CHAOS Report. If asked for citation, say "industry benchmark from CHAOS research." The key message: this is a solved problem waiting for AI to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"hero slide." Emphasize that this isn't a chatbot or a writing assistant — it's a fully orchestrated pipeline. The analogy that lands well: "Think of it as hiring a senior architect, business analyst, QA lead, security engineer, and DevOps team simultaneously, for every project, every time, at a fraction of the cost."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across one or two phases in detail if asked. The key point: each agent produces a specific professional artifact. They're not generic — "architecture" produces a system architecture diagram with Mermaid code, "securityCompliance" produces an OWASP-aligned checklist. Specialized, not generalist.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CXO audience, don't go deep on tech. The key message: "Enterprise-grade stack — not a prototype. PostgreSQL, Docker, CI/CD, 80% test coverage. This is production-ready infrastructure."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security was not bolted on — it was built through a structured 8-batch code remediation engagement. Mention the batches: auth middleware, rate limiting, env injection prevention, file permission hardening. This gives CXOs confidence the security posture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slide — use this when CFOs or COOs are in the room. The "$0 marginal cost" callout is the most powerful: once the framework is deployed, running it for project #50 costs exactly the same as project #1. The only variable cost is LLM API tokens — typically $2–5 per full pipeline run at current GPT-4o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CTO or CPO is in the room, emphasize the "Knowledge Continuity" use case for engineering managers — this is often the stickiest argument. Teams that build with this tool cannot regress to undocumented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CXO audience the "Now" column is what they're buying. The "Next" and "Future" columns show the investment trajectory. Emphasize Phase 2 (real auth + multi-user) as the enterprise unlock — without it the tool is single-user. That's the primary near-term investment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strategic closer before the ask. The three "why now" forces are real and defensible. If anyone pushes back on the LLM quality point, offer to run a live demo — the output quality speaks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first ask is just a demo — low barrier. Have your calendar open to book Week 1 before leaving the room. If they push back on timeline, compress: "We can have you in a pilot in 48 hours with Docker Compose."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EXECUTIVE BRIEFING  |  JUNE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AI Agents. 11 Phases. Complete SDLC Documentation in Under 30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0"/>
            <a:ext cx="8641080" cy="388620"/>
          </a:xfrm>
          <a:prstGeom prst="rect">
            <a:avLst/>
          </a:prstGeom>
          <a:solidFill>
            <a:srgbClr val="0D737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773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Arun Gaikwad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The Problem We're Solving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manual spec writing before a line of code is written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trapped in documents no one reads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drift — specs don't match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teams skip SDLC steps under deadline pressure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walks out the door with each departing engineer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compliance a checkbox exercise, not genuine quality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868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54880" y="1508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complete SDLC artifacts for a new product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3774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3063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failures traced to poor requirements and specification gaps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9319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4005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$1.5M+ avg. rework cost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43525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requirements are discovered wrong post-build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The Solution: Agentic SDLC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specialized AI agents. One coordinated pipeline. Complete SDLC documentation at the push of a button.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Pipeline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agents across 11 phases automatically produce every SDLC artifact — PRD, architecture, test plans, security assessments, DevOps pipelines.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53619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5361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Months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0299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takes a team 3–6 months of manual spec writing takes the Agentic SDLC 15–25 minutes. Parallel execution across 5 concurrent agents.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4114800" cy="1499616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907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40156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mode adds mandatory review gates after key phases. AI drafts, humans approve. Full audit trail of every gate decision.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4297680" cy="1499616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907792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2907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Publish-Ready Exports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4015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exports as .docx, .xlsx, .md, or directly to GitHub Issues. Mermaid diagrams auto-render. No post-processing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30 Agents Across 11 Phases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760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sequentially and in parallel — each phase building on the outputs of the last.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232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8961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Orchestration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9629" y="896112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sdlcOrchestrator (1 agent)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25272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2527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125272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9629" y="1252728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(1 agent)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609344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64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6093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16093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Docs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9629" y="1609344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projectCharter, brd (2 agents)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965960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19659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19659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9629" y="1965960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stakeholder, userStory, businessRules, feasibility, dataModel (5)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322576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0A6E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3225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23225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9629" y="2322576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apiDesign, uxResearch, interaction (4)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679192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28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67919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2679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Prototype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9629" y="2679192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uxMockups, uxMockupsB, prototypeViewer (3)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035808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A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035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30358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Planning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9629" y="3035808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sprintPlanner, taskBreakdown, techDebt (3)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392424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1A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3924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339242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9629" y="3392424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testPlan, testCases (2)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7B35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37490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960" y="3749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9629" y="3749040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securityCompliance (1)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105656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5C4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41056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2960" y="41056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59629" y="4105656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devopsEngineer, infraEngineer (2)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456176"/>
            <a:ext cx="8595360" cy="329184"/>
          </a:xfrm>
          <a:prstGeom prst="roundRect">
            <a:avLst>
              <a:gd name="adj" fmla="val 16667"/>
            </a:avLst>
          </a:prstGeom>
          <a:solidFill>
            <a:srgbClr val="2E4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480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22960" y="445617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82489" y="4456176"/>
            <a:ext cx="3610051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observabilityEngineer, onCallEngineer (2)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Technical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3639312" cy="530352"/>
          </a:xfrm>
          <a:prstGeom prst="roundRect">
            <a:avLst>
              <a:gd name="adj" fmla="val 8621"/>
            </a:avLst>
          </a:prstGeom>
          <a:solidFill>
            <a:srgbClr val="0D737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3677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TypeScript + Dexie.js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3639312" cy="530352"/>
          </a:xfrm>
          <a:prstGeom prst="roundRect">
            <a:avLst>
              <a:gd name="adj" fmla="val 8621"/>
            </a:avLst>
          </a:prstGeom>
          <a:solidFill>
            <a:srgbClr val="1E3A5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3911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2585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PipelineEngine.ts — orchestrates 30 agents, 11 phases, review gates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33472"/>
            <a:ext cx="3639312" cy="530352"/>
          </a:xfrm>
          <a:prstGeom prst="roundRect">
            <a:avLst>
              <a:gd name="adj" fmla="val 8621"/>
            </a:avLst>
          </a:prstGeom>
          <a:solidFill>
            <a:srgbClr val="1E3A5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6090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Proxy :3001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— LLM API key protection, multi-provider routing (OpenAI + Claude)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55264"/>
            <a:ext cx="3639312" cy="530352"/>
          </a:xfrm>
          <a:prstGeom prst="roundRect">
            <a:avLst>
              <a:gd name="adj" fmla="val 8621"/>
            </a:avLst>
          </a:prstGeom>
          <a:solidFill>
            <a:srgbClr val="0D7377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8269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:4000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PostgreSQL — durable agent run history, AI memory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3639312" cy="530352"/>
          </a:xfrm>
          <a:prstGeom prst="roundRect">
            <a:avLst>
              <a:gd name="adj" fmla="val 8621"/>
            </a:avLst>
          </a:prstGeom>
          <a:solidFill>
            <a:srgbClr val="14A08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123944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+ Anthropic Claude Sonnet — dual-provider with per-agent routing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8229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93268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663440" y="142646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822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0" y="932688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766560" y="14264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Phases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19659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2075688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663440" y="256946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75120" y="196596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66560" y="2075688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766560" y="2569464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310896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2186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Stack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0916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 (DB + Runtime + Frontend)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38953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with node-pg-migrate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41513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— typecheck + test + coverage gate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9 + TypeScript strict mode enforced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Security &amp; Compliance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enterprise security standards from the ground up.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426464"/>
            <a:ext cx="402336" cy="402336"/>
          </a:xfrm>
          <a:prstGeom prst="ellipse">
            <a:avLst/>
          </a:prstGeom>
          <a:solidFill>
            <a:srgbClr val="14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007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proxy and Agent Runtime endpoints require PROXY_TOKEN header. No open endpoints except health checks.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1426464"/>
            <a:ext cx="402336" cy="402336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3248" y="1389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13248" y="17007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General: 120 req/min. Invite endpoints: 5 req/15 min. Prevents abuse and API cost runaway.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2542032"/>
            <a:ext cx="402336" cy="40233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Injection Prevention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163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CRLF/env-injection hardening on settings endpoint — rejects \r/\n in all field values before any disk write.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3774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19472" y="2542032"/>
            <a:ext cx="402336" cy="40233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13248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 Hardening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3248" y="28163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.env restricted to owner read/write (0o600) after every settings write — no world-readable secrets.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9300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" y="3657600"/>
            <a:ext cx="402336" cy="402336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2688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Security Gate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39319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enforced for all *.env files. GitHub Actions CI validates on every PR.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19472" y="3657600"/>
            <a:ext cx="402336" cy="402336"/>
          </a:xfrm>
          <a:prstGeom prst="ellipse">
            <a:avLst/>
          </a:prstGeom>
          <a:solidFill>
            <a:srgbClr val="14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13248" y="3621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13248" y="39319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mode: mandatory human approval gates after Phase 1, 2+3, 5, and 6. Full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Business Value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return on AI-native SDLC documentation.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artifacts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3–6 months manual)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29844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901952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specification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298448"/>
            <a:ext cx="19202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01952"/>
            <a:ext cx="19202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1298448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1901952"/>
            <a:ext cx="1737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consistency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projects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complete SDLC package in one session. Teams can iterate faster, experiment more, and ship earlier.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60604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Continuity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971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gets full documentation — even when senior engineers are busy. No more "it's all in my head."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enforce SDLC best practices on every project, every time. No shortcuts under deadline pressure.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hundreds of person-hours of specification work with a 25-minute automated pipeline per project.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Who Uses This &amp; How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complete PRDs, user stories, and stakeholder analysis in minutes — then focus on strategy, not writing.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9875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46304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architecture diagrams, API specs, and tech debt registers auto-generated. Review gates enforce quality without slowing delivery.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914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98755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 Teams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46304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complete test plan and full test case suite from the pipeline. No more writing test cases from scratch.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90779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gets an OWASP-aligned security assessment and compliance checklist — automatically, on every run.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18688" y="28346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8688" y="2834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28416" y="290779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28416" y="338328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definition and infrastructure-as-code automatically generated. Skip the boilerplate, focus on configuration.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63056" y="283464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2834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72784" y="290779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72784" y="338328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junior engineers to any project instantly — full documentation exists from day one. Knowledge never walks out the door.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Product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evolution from AI-native documentation to a full enterprise SDLC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4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710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(Shipped)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offline-capable pipeline (Dexie/IndexedDB)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32257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agents, 11 phases, dual LLM providers (OpenAI + Claude)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7121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.docx, .xlsx, .md, GitHub Issues push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41985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mode with review gates + prompt library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96849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 — PostgreSQL Agent Runtime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207008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207008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2710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(6–12 months)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77393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Real auth (sessions + RBAC) + shared PostgreSQL for all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32257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Multi-user project collaboration (live access control)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87121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Dexie → PostgreSQL data migration (single source of truth)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41985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Admin screens — User Management, Prompt Library, Provider Settings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396849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Read-only container, CORS hardening, production ops runbook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7008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207008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127101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(12–24 months)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36208" y="177393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7+: Webhook-driven pipeline triggers (GitHub PR, Jira ticket → auto-run)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32257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multi-user collaboration (WebSocket-based phase updates)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87121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marketplace — domain-specific agent packs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41985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(SAML/OIDC) + audit log export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396849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headless mode — embed SDLC pipeline in existing tools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Why Now?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three forces makes 2026 the right moment to standardize on agentic SDLC.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475488" cy="475488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3258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Quality Inflection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17099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and Claude Sonnet now produce SDLC artifacts at senior-engineer quality. 12 months ago, this wasn't true. The window to adopt early is open — but not indefinitely.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475488" cy="475488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25603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Talent Shortage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294436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are increasingly scarce and expensive. Tools that multiply junior engineer output are no longer optional — they're a competitive necessity.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475488" cy="475488"/>
          </a:xfrm>
          <a:prstGeom prst="ellipse">
            <a:avLst/>
          </a:prstGeom>
          <a:solidFill>
            <a:srgbClr val="14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7947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Crisis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17880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codebases are accumulating faster than teams can address them. AI-native documentation is the only path to keeping pace with delivery velocity.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SDLC?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0"/>
            <a:ext cx="8641080" cy="388620"/>
          </a:xfrm>
          <a:prstGeom prst="rect">
            <a:avLst/>
          </a:prstGeom>
          <a:solidFill>
            <a:srgbClr val="0D737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773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Arun Gaikwad  |  June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8641080" cy="3474720"/>
          </a:xfrm>
          <a:prstGeom prst="rect">
            <a:avLst/>
          </a:prstGeom>
          <a:solidFill>
            <a:srgbClr val="1C2B3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7772400" cy="694944"/>
          </a:xfrm>
          <a:prstGeom prst="roundRect">
            <a:avLst>
              <a:gd name="adj" fmla="val 9211"/>
            </a:avLst>
          </a:prstGeom>
          <a:solidFill>
            <a:srgbClr val="2A3F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0972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109728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 — run the pipeline on one of your real projects in 25 minutes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856232"/>
            <a:ext cx="7772400" cy="694944"/>
          </a:xfrm>
          <a:prstGeom prst="roundRect">
            <a:avLst>
              <a:gd name="adj" fmla="val 9211"/>
            </a:avLst>
          </a:prstGeom>
          <a:solidFill>
            <a:srgbClr val="2A3F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19019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90195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for 2–3 engineering teams on Docker Compose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660904"/>
            <a:ext cx="7772400" cy="694944"/>
          </a:xfrm>
          <a:prstGeom prst="roundRect">
            <a:avLst>
              <a:gd name="adj" fmla="val 9211"/>
            </a:avLst>
          </a:prstGeom>
          <a:solidFill>
            <a:srgbClr val="2A3F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7066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70662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auth + multi-user implementation — team collaboration unlocked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465576"/>
            <a:ext cx="7772400" cy="694944"/>
          </a:xfrm>
          <a:prstGeom prst="roundRect">
            <a:avLst>
              <a:gd name="adj" fmla="val 9211"/>
            </a:avLst>
          </a:prstGeom>
          <a:solidFill>
            <a:srgbClr val="2A3F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35112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51129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enterprise rollout — all projects, all teams, audit trail live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 is another quarter of undocumented projects and avoidable rework.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the future of software development together.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4754880"/>
            <a:ext cx="8641080" cy="388620"/>
          </a:xfrm>
          <a:prstGeom prst="rect">
            <a:avLst/>
          </a:prstGeom>
          <a:solidFill>
            <a:srgbClr val="0D7377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773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Arun Gaikwad  |  June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Gaikwad  |  arun.gaikwad@gmail.com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2059</Words>
  <Application>Microsoft Office PowerPoint</Application>
  <PresentationFormat>On-screen Show (16:9)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Framework — CXO Executive Briefing</dc:title>
  <dc:subject>PptxGenJS Presentation</dc:subject>
  <dc:creator>Arun Gaikwad</dc:creator>
  <cp:lastModifiedBy>Arun Gaikwad</cp:lastModifiedBy>
  <cp:revision>2</cp:revision>
  <dcterms:created xsi:type="dcterms:W3CDTF">2026-06-23T01:26:44Z</dcterms:created>
  <dcterms:modified xsi:type="dcterms:W3CDTF">2026-06-23T15:42:53Z</dcterms:modified>
</cp:coreProperties>
</file>